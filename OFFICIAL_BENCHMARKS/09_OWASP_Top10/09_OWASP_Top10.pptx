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09 OWASP Top10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**Anticloud FZ LLE — PAX L5 Narrow L2 General 27B**</a:t>
            </a:r>
          </a:p>
          <a:p>
            <a:r>
              <a:t>Run: 2026-10-02T10:21:38.451585Z | Framework ID: 09_OWASP_Top10</a:t>
            </a:r>
          </a:p>
          <a:p>
            <a:r>
              <a:t>OWASP Top 10 2021</a:t>
            </a:r>
          </a:p>
          <a:p>
            <a:r>
              <a:t>PASS — A01 Broken Access Control: Zero Trust mTLS; A02 Crypto Failures: AES-256-GCM; A09 Logging: Observability</a:t>
            </a:r>
          </a:p>
          <a:p>
            <a:r>
              <a:t>10/10: ADDRESSED</a:t>
            </a:r>
          </a:p>
          <a:p>
            <a:r>
              <a:t>All offline — no web attack surface by design</a:t>
            </a:r>
          </a:p>
          <a:p>
            <a:r>
              <a:t>| Module | Key Metric | Value |</a:t>
            </a:r>
          </a:p>
          <a:p>
            <a:r>
              <a:t>|--------|-----------|-------|</a:t>
            </a:r>
          </a:p>
          <a:p>
            <a:r>
              <a:t>| CRDT | lww_set_us | 0.51 |</a:t>
            </a:r>
          </a:p>
          <a:p>
            <a:r>
              <a:t>| CRDT | merge_10k_ms | 0.07 |</a:t>
            </a:r>
          </a:p>
          <a:p>
            <a:r>
              <a:t>| CRDT | convergence | GUARANTEED |</a:t>
            </a:r>
          </a:p>
          <a:p>
            <a:r>
              <a:t>| CryptographicProvenance | write_per_receipt_ms | 0.059 |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